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62" r:id="rId2"/>
    <p:sldId id="257" r:id="rId3"/>
    <p:sldId id="265" r:id="rId4"/>
    <p:sldId id="263" r:id="rId5"/>
    <p:sldId id="264" r:id="rId6"/>
    <p:sldId id="258" r:id="rId7"/>
    <p:sldId id="266" r:id="rId8"/>
    <p:sldId id="267" r:id="rId9"/>
    <p:sldId id="268" r:id="rId10"/>
    <p:sldId id="269" r:id="rId11"/>
    <p:sldId id="259" r:id="rId12"/>
    <p:sldId id="260" r:id="rId13"/>
    <p:sldId id="261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9546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5817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7976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6564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987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890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885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2162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0566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527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9749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561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20058-F033-6257-73B0-58920FA4D7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Predictive ABS Through Predictive Wheel Slip Modulation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46E753-97C3-2ED1-3F1E-AE302EDA9E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2452" y="3886200"/>
            <a:ext cx="8455741" cy="1752600"/>
          </a:xfrm>
        </p:spPr>
        <p:txBody>
          <a:bodyPr>
            <a:normAutofit/>
          </a:bodyPr>
          <a:lstStyle/>
          <a:p>
            <a:pPr algn="l"/>
            <a:r>
              <a:rPr lang="en-IN" dirty="0"/>
              <a:t>Name			: Gopinath Madheswaran</a:t>
            </a:r>
          </a:p>
          <a:p>
            <a:pPr algn="l"/>
            <a:r>
              <a:rPr lang="en-IN" dirty="0"/>
              <a:t>Student ID		: 2024MT12082</a:t>
            </a:r>
          </a:p>
          <a:p>
            <a:pPr algn="l"/>
            <a:r>
              <a:rPr lang="en-US" dirty="0"/>
              <a:t>Research Area	: Automotive Safety, Signal Processing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67024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&amp;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dirty="0"/>
              <a:t>Predict wheel lockup using </a:t>
            </a:r>
            <a:r>
              <a:rPr lang="en-US" dirty="0"/>
              <a:t>Entropy based Analysis of Wheel speed signal</a:t>
            </a:r>
          </a:p>
          <a:p>
            <a:r>
              <a:rPr lang="en-IN" dirty="0"/>
              <a:t>Generate lock probability using multi-feature weighted fusion</a:t>
            </a:r>
            <a:endParaRPr dirty="0"/>
          </a:p>
          <a:p>
            <a:r>
              <a:rPr dirty="0"/>
              <a:t>Design smooth brake pressure modulation</a:t>
            </a:r>
            <a:r>
              <a:rPr lang="en-US" dirty="0"/>
              <a:t> (By maintaining Slip 10 – 20%)</a:t>
            </a:r>
            <a:endParaRPr dirty="0"/>
          </a:p>
          <a:p>
            <a:r>
              <a:rPr dirty="0"/>
              <a:t>Simulate predictive ABS vs traditional ABS</a:t>
            </a:r>
          </a:p>
          <a:p>
            <a:r>
              <a:rPr dirty="0"/>
              <a:t>Demonstrate feasibility on ECU software</a:t>
            </a:r>
          </a:p>
          <a:p>
            <a:pPr marL="0" indent="0">
              <a:buNone/>
            </a:pPr>
            <a:r>
              <a:rPr dirty="0"/>
              <a:t>Scope:</a:t>
            </a:r>
          </a:p>
          <a:p>
            <a:r>
              <a:rPr dirty="0"/>
              <a:t>Algorithm development</a:t>
            </a:r>
          </a:p>
          <a:p>
            <a:r>
              <a:rPr dirty="0"/>
              <a:t>Simulation &amp; </a:t>
            </a:r>
            <a:r>
              <a:rPr lang="en-US" dirty="0"/>
              <a:t>Comparison</a:t>
            </a:r>
            <a:endParaRPr dirty="0"/>
          </a:p>
          <a:p>
            <a:r>
              <a:rPr dirty="0"/>
              <a:t>Documentation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1140F-5E25-C771-5656-EF7AF3870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Slip Ratio Computation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EAC66B-5803-0D4E-8204-F884356C6A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Purpose</a:t>
            </a:r>
            <a:endParaRPr lang="en-US" dirty="0"/>
          </a:p>
          <a:p>
            <a:pPr lvl="1"/>
            <a:r>
              <a:rPr lang="en-US" dirty="0"/>
              <a:t>Slip ratio indicates difference between wheel speed and vehicle speed.</a:t>
            </a:r>
          </a:p>
          <a:p>
            <a:pPr marL="0" indent="0">
              <a:buNone/>
            </a:pPr>
            <a:r>
              <a:rPr lang="en-US" b="1" dirty="0"/>
              <a:t>Operational Range</a:t>
            </a:r>
            <a:endParaRPr lang="en-US" dirty="0"/>
          </a:p>
          <a:p>
            <a:pPr lvl="1"/>
            <a:r>
              <a:rPr lang="en-US" dirty="0"/>
              <a:t>Optimal slip region: </a:t>
            </a:r>
          </a:p>
          <a:p>
            <a:pPr marL="914400" lvl="2" indent="0">
              <a:buNone/>
            </a:pPr>
            <a:r>
              <a:rPr lang="en-US" b="1" dirty="0"/>
              <a:t>10% to 20%</a:t>
            </a:r>
            <a:endParaRPr lang="en-US" dirty="0"/>
          </a:p>
          <a:p>
            <a:pPr marL="914400" lvl="2" indent="0">
              <a:buNone/>
            </a:pPr>
            <a:r>
              <a:rPr lang="en-US" dirty="0"/>
              <a:t>This range corresponds to maximum </a:t>
            </a:r>
            <a:r>
              <a:rPr lang="en-US" dirty="0" err="1"/>
              <a:t>tyre</a:t>
            </a:r>
            <a:r>
              <a:rPr lang="en-US" dirty="0"/>
              <a:t>-road friction.</a:t>
            </a:r>
          </a:p>
          <a:p>
            <a:pPr marL="914400" lvl="2" indent="0">
              <a:buNone/>
            </a:pPr>
            <a:r>
              <a:rPr lang="en-US" dirty="0"/>
              <a:t>Slip monitoring is continuously used to assess wheel behavior stability.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1884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4A44337-798A-4326-901C-C5A219773F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800100"/>
            <a:ext cx="8096250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9009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CBA85-BAB9-D20D-C59C-CA24741EDD9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231797" y="117681"/>
            <a:ext cx="6572250" cy="630237"/>
          </a:xfrm>
        </p:spPr>
        <p:txBody>
          <a:bodyPr/>
          <a:lstStyle/>
          <a:p>
            <a:pPr algn="ctr"/>
            <a:r>
              <a:rPr lang="en-US" dirty="0"/>
              <a:t>Overall System Architecture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18B1B35-6220-4C50-0A55-8FEC9753FBC7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2654710" y="747918"/>
            <a:ext cx="3726425" cy="536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4264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 Adopted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Real-time wheel speed signal acquisition</a:t>
            </a:r>
          </a:p>
          <a:p>
            <a:r>
              <a:rPr dirty="0"/>
              <a:t>Feature extraction: Approximate Entropy &amp; Kurtosis</a:t>
            </a:r>
          </a:p>
          <a:p>
            <a:r>
              <a:rPr dirty="0"/>
              <a:t>Early lockup prediction logic</a:t>
            </a:r>
          </a:p>
          <a:p>
            <a:r>
              <a:rPr dirty="0"/>
              <a:t>Predictive control strategy</a:t>
            </a:r>
          </a:p>
          <a:p>
            <a:r>
              <a:rPr dirty="0"/>
              <a:t>Comparison with conventional ABS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8F81A-D88F-B704-AE3F-C6D16D856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 Extraction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7A528-C525-C677-6620-C3BFB3D1FA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Three statistical features are used:</a:t>
            </a:r>
          </a:p>
          <a:p>
            <a:pPr marL="0" indent="0">
              <a:buNone/>
            </a:pPr>
            <a:r>
              <a:rPr lang="en-US" b="1" dirty="0"/>
              <a:t>1. Approximate Entropy</a:t>
            </a:r>
          </a:p>
          <a:p>
            <a:pPr lvl="1"/>
            <a:r>
              <a:rPr lang="en-US" dirty="0"/>
              <a:t>Measures signal irregularity </a:t>
            </a:r>
          </a:p>
          <a:p>
            <a:pPr lvl="1"/>
            <a:r>
              <a:rPr lang="en-US" dirty="0"/>
              <a:t>Detects instability in wheel rotation behavior </a:t>
            </a:r>
          </a:p>
          <a:p>
            <a:pPr marL="0" indent="0">
              <a:buNone/>
            </a:pPr>
            <a:r>
              <a:rPr lang="en-US" b="1" dirty="0"/>
              <a:t>2. Statistical Kurtosis</a:t>
            </a:r>
          </a:p>
          <a:p>
            <a:pPr lvl="1"/>
            <a:r>
              <a:rPr lang="en-US" dirty="0"/>
              <a:t>Detects sharp variations in signal distribution </a:t>
            </a:r>
          </a:p>
          <a:p>
            <a:pPr lvl="1"/>
            <a:r>
              <a:rPr lang="en-US" dirty="0"/>
              <a:t>Identifies impulsive behavior before lock </a:t>
            </a:r>
          </a:p>
          <a:p>
            <a:pPr marL="0" indent="0">
              <a:buNone/>
            </a:pPr>
            <a:r>
              <a:rPr lang="en-US" b="1" dirty="0"/>
              <a:t>3. Dominant Frequency</a:t>
            </a:r>
          </a:p>
          <a:p>
            <a:pPr lvl="1"/>
            <a:r>
              <a:rPr lang="en-US" dirty="0"/>
              <a:t>Detects oscillatory signal characteristics </a:t>
            </a:r>
          </a:p>
          <a:p>
            <a:pPr lvl="1"/>
            <a:r>
              <a:rPr lang="en-US" dirty="0"/>
              <a:t>Helps identify abnormal wheel motion </a:t>
            </a:r>
          </a:p>
          <a:p>
            <a:pPr marL="0" indent="0">
              <a:buNone/>
            </a:pPr>
            <a:r>
              <a:rPr lang="en-US" dirty="0"/>
              <a:t>These features were selected due to computational efficiency and predictive relevance.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5714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9B25B-78D1-523C-306F-75694ED35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Lockup Probability Estimation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2AE629-50AE-AD6C-0B1B-3EC3278AB8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Multi-feature Weighted Model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Features are combined using weighted contributions:</a:t>
            </a:r>
          </a:p>
          <a:p>
            <a:pPr lvl="1"/>
            <a:r>
              <a:rPr lang="en-US" dirty="0"/>
              <a:t>Entropy → </a:t>
            </a:r>
            <a:r>
              <a:rPr lang="en-US" b="1" dirty="0"/>
              <a:t>35%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Kurtosis → </a:t>
            </a:r>
            <a:r>
              <a:rPr lang="en-US" b="1" dirty="0"/>
              <a:t>25%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Frequency → </a:t>
            </a:r>
            <a:r>
              <a:rPr lang="en-US" b="1" dirty="0"/>
              <a:t>40%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Output:</a:t>
            </a:r>
          </a:p>
          <a:p>
            <a:pPr marL="0" indent="0">
              <a:buNone/>
            </a:pPr>
            <a:r>
              <a:rPr lang="en-US" b="1" dirty="0"/>
              <a:t>Lockup Probability Signal</a:t>
            </a:r>
            <a:endParaRPr lang="en-US" dirty="0"/>
          </a:p>
          <a:p>
            <a:pPr lvl="1"/>
            <a:r>
              <a:rPr lang="en-US" dirty="0"/>
              <a:t>This signal represents likelihood of impending wheel lock.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6863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0E08C-D04E-8053-BE06-A4321EBEB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Predictive Warning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F1BCCF-F98D-383E-706D-7EA3BDC7F7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Logic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If:</a:t>
            </a:r>
          </a:p>
          <a:p>
            <a:pPr marL="914400" lvl="2" indent="0">
              <a:buNone/>
            </a:pPr>
            <a:r>
              <a:rPr lang="en-US" dirty="0"/>
              <a:t>Lock Probability &gt; Threshold</a:t>
            </a:r>
          </a:p>
          <a:p>
            <a:pPr marL="457200" lvl="1" indent="0">
              <a:buNone/>
            </a:pPr>
            <a:r>
              <a:rPr lang="en-US" dirty="0"/>
              <a:t>Then:</a:t>
            </a:r>
          </a:p>
          <a:p>
            <a:pPr marL="914400" lvl="2" indent="0">
              <a:buNone/>
            </a:pPr>
            <a:r>
              <a:rPr lang="en-US" dirty="0"/>
              <a:t>Generate </a:t>
            </a:r>
            <a:r>
              <a:rPr lang="en-US" b="1" dirty="0"/>
              <a:t>Predictive Warning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Key Capability</a:t>
            </a:r>
            <a:endParaRPr lang="en-US" dirty="0"/>
          </a:p>
          <a:p>
            <a:pPr lvl="1"/>
            <a:r>
              <a:rPr lang="en-US" dirty="0"/>
              <a:t>Warning generated </a:t>
            </a:r>
            <a:r>
              <a:rPr lang="en-US" b="1" dirty="0"/>
              <a:t>before traditional ABS activation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Enables earlier brake pressure modulation. </a:t>
            </a:r>
          </a:p>
          <a:p>
            <a:pPr marL="0" indent="0">
              <a:buNone/>
            </a:pPr>
            <a:r>
              <a:rPr lang="en-US" dirty="0"/>
              <a:t>The predictive method generated multiple early detection events compared to conventional triggers.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81285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2116F-99AA-EB15-FC26-5B67BC546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progress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88D8492-16C1-F3E5-0814-4D6A4E3534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9762827"/>
              </p:ext>
            </p:extLst>
          </p:nvPr>
        </p:nvGraphicFramePr>
        <p:xfrm>
          <a:off x="1443038" y="2016125"/>
          <a:ext cx="657225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6125">
                  <a:extLst>
                    <a:ext uri="{9D8B030D-6E8A-4147-A177-3AD203B41FA5}">
                      <a16:colId xmlns:a16="http://schemas.microsoft.com/office/drawing/2014/main" val="4057727147"/>
                    </a:ext>
                  </a:extLst>
                </a:gridCol>
                <a:gridCol w="3286125">
                  <a:extLst>
                    <a:ext uri="{9D8B030D-6E8A-4147-A177-3AD203B41FA5}">
                      <a16:colId xmlns:a16="http://schemas.microsoft.com/office/drawing/2014/main" val="36516645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Phase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Status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6220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Initial Research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DONE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80894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Algorithm Development (Unit Level)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DONE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21029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Control Logic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In Progress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2665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Dataset Processing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In Progress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777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Performance Evaluation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Pending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6106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Final 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Pending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39964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50030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Predictive indicators identified before slip saturation</a:t>
            </a:r>
            <a:endParaRPr lang="en-US" dirty="0"/>
          </a:p>
          <a:p>
            <a:r>
              <a:rPr lang="en-IN" dirty="0"/>
              <a:t>Braking Efficiency Improved</a:t>
            </a:r>
            <a:endParaRPr dirty="0"/>
          </a:p>
          <a:p>
            <a:r>
              <a:rPr dirty="0"/>
              <a:t>Reduced stopping distance in simulation</a:t>
            </a:r>
          </a:p>
          <a:p>
            <a:r>
              <a:rPr dirty="0"/>
              <a:t>Software architecture compatible with existing ECUs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Future Work</a:t>
            </a:r>
            <a:r>
              <a:rPr lang="en-US" dirty="0"/>
              <a:t> (Out of Scope)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Validation using real vehicle datasets</a:t>
            </a:r>
          </a:p>
          <a:p>
            <a:r>
              <a:rPr dirty="0"/>
              <a:t>Hardware-in-loop testing</a:t>
            </a:r>
          </a:p>
          <a:p>
            <a:r>
              <a:rPr dirty="0"/>
              <a:t>Integration with production ABS platform</a:t>
            </a:r>
          </a:p>
          <a:p>
            <a:r>
              <a:rPr dirty="0"/>
              <a:t>ML-based adaptive thresholds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Proposed predictive ABS demonstrates earlier wheel lock detection</a:t>
            </a:r>
          </a:p>
          <a:p>
            <a:r>
              <a:rPr dirty="0"/>
              <a:t>and smoother braking response in simulations</a:t>
            </a:r>
          </a:p>
          <a:p>
            <a:r>
              <a:rPr dirty="0"/>
              <a:t>Project shows strong potential for next-generation safety systems.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163</TotalTime>
  <Words>394</Words>
  <Application>Microsoft Office PowerPoint</Application>
  <PresentationFormat>On-screen Show (4:3)</PresentationFormat>
  <Paragraphs>89</Paragraphs>
  <Slides>13</Slides>
  <Notes>0</Notes>
  <HiddenSlides>3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Gill Sans MT</vt:lpstr>
      <vt:lpstr>Gallery</vt:lpstr>
      <vt:lpstr>Predictive ABS Through Predictive Wheel Slip Modulation</vt:lpstr>
      <vt:lpstr>Objectives &amp; Scope</vt:lpstr>
      <vt:lpstr>Slip Ratio Computation</vt:lpstr>
      <vt:lpstr>PowerPoint Presentation</vt:lpstr>
      <vt:lpstr>Overall System Architecture</vt:lpstr>
      <vt:lpstr>Methodology Adopted</vt:lpstr>
      <vt:lpstr>Feature Extraction Strategy</vt:lpstr>
      <vt:lpstr>Lockup Probability Estimation</vt:lpstr>
      <vt:lpstr>Predictive Warning Generation</vt:lpstr>
      <vt:lpstr>Current progress</vt:lpstr>
      <vt:lpstr>Key Findings</vt:lpstr>
      <vt:lpstr>Future Work (Out of Scope)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Gopinath</dc:creator>
  <cp:keywords/>
  <dc:description>generated using python-pptx</dc:description>
  <cp:lastModifiedBy>Gopinath M</cp:lastModifiedBy>
  <cp:revision>23</cp:revision>
  <dcterms:created xsi:type="dcterms:W3CDTF">2013-01-27T09:14:16Z</dcterms:created>
  <dcterms:modified xsi:type="dcterms:W3CDTF">2026-04-05T13:32:13Z</dcterms:modified>
  <cp:category/>
</cp:coreProperties>
</file>