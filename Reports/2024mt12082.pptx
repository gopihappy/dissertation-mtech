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62" r:id="rId2"/>
    <p:sldId id="257" r:id="rId3"/>
    <p:sldId id="265" r:id="rId4"/>
    <p:sldId id="263" r:id="rId5"/>
    <p:sldId id="264" r:id="rId6"/>
    <p:sldId id="258" r:id="rId7"/>
    <p:sldId id="266" r:id="rId8"/>
    <p:sldId id="267" r:id="rId9"/>
    <p:sldId id="268" r:id="rId10"/>
    <p:sldId id="270" r:id="rId11"/>
    <p:sldId id="271" r:id="rId12"/>
    <p:sldId id="277" r:id="rId13"/>
    <p:sldId id="272" r:id="rId14"/>
    <p:sldId id="273" r:id="rId15"/>
    <p:sldId id="274" r:id="rId16"/>
    <p:sldId id="275" r:id="rId17"/>
    <p:sldId id="276" r:id="rId18"/>
    <p:sldId id="259" r:id="rId19"/>
    <p:sldId id="260" r:id="rId20"/>
  </p:sldIdLst>
  <p:sldSz cx="9144000" cy="6858000" type="screen4x3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546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817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976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564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87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9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8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16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566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2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749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F001B9-CEF3-3DB0-3272-61DC13DEA9A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2138" y="6672580"/>
            <a:ext cx="3603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459561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piHappy/Dissertation-MTech/tree/main/Reports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0058-F033-6257-73B0-58920FA4D7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Predictive ABS Through Predictive Wheel Slip Modulation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6E753-97C3-2ED1-3F1E-AE302EDA9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452" y="3886200"/>
            <a:ext cx="8455741" cy="1752600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Name			: Gopinath Madheswaran</a:t>
            </a:r>
          </a:p>
          <a:p>
            <a:pPr algn="l"/>
            <a:r>
              <a:rPr lang="en-IN" dirty="0"/>
              <a:t>Student ID		: 2024MT12082</a:t>
            </a:r>
          </a:p>
          <a:p>
            <a:pPr algn="l"/>
            <a:r>
              <a:rPr lang="en-US" dirty="0"/>
              <a:t>Research Area	</a:t>
            </a:r>
            <a:r>
              <a:rPr lang="en-US"/>
              <a:t>: Automotive ABS, </a:t>
            </a:r>
            <a:r>
              <a:rPr lang="en-US" dirty="0"/>
              <a:t>Signal Processing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6702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Predict wheel lockup using </a:t>
            </a:r>
            <a:r>
              <a:rPr lang="en-US" dirty="0"/>
              <a:t>Entropy based Analysis of Wheel speed signal</a:t>
            </a:r>
          </a:p>
          <a:p>
            <a:r>
              <a:rPr lang="en-IN" dirty="0"/>
              <a:t>Generate lock probability using multi-feature weighted fusion</a:t>
            </a:r>
            <a:endParaRPr dirty="0"/>
          </a:p>
          <a:p>
            <a:r>
              <a:rPr dirty="0"/>
              <a:t>Design smooth brake pressure modulation</a:t>
            </a:r>
            <a:r>
              <a:rPr lang="en-US" dirty="0"/>
              <a:t> (By maintaining Slip 10 – 20%)</a:t>
            </a:r>
            <a:endParaRPr dirty="0"/>
          </a:p>
          <a:p>
            <a:r>
              <a:rPr dirty="0"/>
              <a:t>Simulate predictive ABS vs traditional ABS</a:t>
            </a:r>
          </a:p>
          <a:p>
            <a:r>
              <a:rPr dirty="0"/>
              <a:t>Demonstrate feasibility on ECU software</a:t>
            </a:r>
          </a:p>
          <a:p>
            <a:pPr marL="0" indent="0">
              <a:buNone/>
            </a:pPr>
            <a:r>
              <a:rPr dirty="0"/>
              <a:t>Scope:</a:t>
            </a:r>
          </a:p>
          <a:p>
            <a:r>
              <a:rPr dirty="0"/>
              <a:t>Algorithm development</a:t>
            </a:r>
          </a:p>
          <a:p>
            <a:r>
              <a:rPr lang="en-US" dirty="0"/>
              <a:t>Comparison of Traditional vs Predictive ABS</a:t>
            </a:r>
            <a:endParaRPr dirty="0"/>
          </a:p>
          <a:p>
            <a:r>
              <a:rPr dirty="0"/>
              <a:t>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140F-5E25-C771-5656-EF7AF3870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Slip Ratio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AC66B-5803-0D4E-8204-F884356C6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Purpose</a:t>
            </a:r>
            <a:endParaRPr lang="en-US" dirty="0"/>
          </a:p>
          <a:p>
            <a:pPr lvl="1"/>
            <a:r>
              <a:rPr lang="en-US" dirty="0"/>
              <a:t>Slip ratio indicates difference between wheel speed and vehicle speed.</a:t>
            </a:r>
          </a:p>
          <a:p>
            <a:pPr marL="0" indent="0">
              <a:buNone/>
            </a:pPr>
            <a:r>
              <a:rPr lang="en-US" b="1" dirty="0"/>
              <a:t>Operational Range</a:t>
            </a:r>
            <a:endParaRPr lang="en-US" dirty="0"/>
          </a:p>
          <a:p>
            <a:pPr lvl="1"/>
            <a:r>
              <a:rPr lang="en-US" dirty="0"/>
              <a:t>Optimal slip region: </a:t>
            </a:r>
          </a:p>
          <a:p>
            <a:pPr marL="914400" lvl="2" indent="0">
              <a:buNone/>
            </a:pPr>
            <a:r>
              <a:rPr lang="en-US" b="1" dirty="0"/>
              <a:t>10% to 20%</a:t>
            </a:r>
            <a:endParaRPr lang="en-US" dirty="0"/>
          </a:p>
          <a:p>
            <a:pPr marL="914400" lvl="2" indent="0">
              <a:buNone/>
            </a:pPr>
            <a:r>
              <a:rPr lang="en-US" dirty="0"/>
              <a:t>This range corresponds to maximum </a:t>
            </a:r>
            <a:r>
              <a:rPr lang="en-US" dirty="0" err="1"/>
              <a:t>tyre</a:t>
            </a:r>
            <a:r>
              <a:rPr lang="en-US" dirty="0"/>
              <a:t>-road friction.</a:t>
            </a:r>
          </a:p>
          <a:p>
            <a:pPr marL="914400" lvl="2" indent="0">
              <a:buNone/>
            </a:pPr>
            <a:r>
              <a:rPr lang="en-US" dirty="0"/>
              <a:t>Slip monitoring is continuously used to assess wheel behavior stability.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884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A44337-798A-4326-901C-C5A219773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800100"/>
            <a:ext cx="809625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00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BA85-BAB9-D20D-C59C-CA24741EDD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31797" y="117681"/>
            <a:ext cx="6572250" cy="630237"/>
          </a:xfrm>
        </p:spPr>
        <p:txBody>
          <a:bodyPr/>
          <a:lstStyle/>
          <a:p>
            <a:pPr algn="ctr"/>
            <a:r>
              <a:rPr lang="en-US" dirty="0"/>
              <a:t>Overall System Architecture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8B1B35-6220-4C50-0A55-8FEC9753FBC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654710" y="747918"/>
            <a:ext cx="3726425" cy="536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26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Adopted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Real-time wheel speed signal acquisition</a:t>
            </a:r>
          </a:p>
          <a:p>
            <a:r>
              <a:rPr dirty="0"/>
              <a:t>Feature extraction: Approximate Entropy &amp; Kurtosis</a:t>
            </a:r>
          </a:p>
          <a:p>
            <a:r>
              <a:rPr dirty="0"/>
              <a:t>Early lockup prediction logic</a:t>
            </a:r>
          </a:p>
          <a:p>
            <a:r>
              <a:rPr dirty="0"/>
              <a:t>Predictive control strategy</a:t>
            </a:r>
          </a:p>
          <a:p>
            <a:r>
              <a:rPr dirty="0"/>
              <a:t>Comparison with conventional ABS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8F81A-D88F-B704-AE3F-C6D16D85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Extraction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7A528-C525-C677-6620-C3BFB3D1F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Three statistical features are used:</a:t>
            </a:r>
          </a:p>
          <a:p>
            <a:pPr marL="0" indent="0">
              <a:buNone/>
            </a:pPr>
            <a:r>
              <a:rPr lang="en-US" b="1" dirty="0"/>
              <a:t>1. Approximate Entropy</a:t>
            </a:r>
          </a:p>
          <a:p>
            <a:pPr lvl="1"/>
            <a:r>
              <a:rPr lang="en-US" dirty="0"/>
              <a:t>Measures signal irregularity </a:t>
            </a:r>
          </a:p>
          <a:p>
            <a:pPr lvl="1"/>
            <a:r>
              <a:rPr lang="en-US" dirty="0"/>
              <a:t>Detects instability in wheel rotation behavior </a:t>
            </a:r>
          </a:p>
          <a:p>
            <a:pPr marL="0" indent="0">
              <a:buNone/>
            </a:pPr>
            <a:r>
              <a:rPr lang="en-US" b="1" dirty="0"/>
              <a:t>2. Statistical Kurtosis</a:t>
            </a:r>
          </a:p>
          <a:p>
            <a:pPr lvl="1"/>
            <a:r>
              <a:rPr lang="en-US" dirty="0"/>
              <a:t>Detects sharp variations in signal distribution </a:t>
            </a:r>
          </a:p>
          <a:p>
            <a:pPr lvl="1"/>
            <a:r>
              <a:rPr lang="en-US" dirty="0"/>
              <a:t>Identifies impulsive behavior before lock </a:t>
            </a:r>
          </a:p>
          <a:p>
            <a:pPr marL="0" indent="0">
              <a:buNone/>
            </a:pPr>
            <a:r>
              <a:rPr lang="en-US" b="1" dirty="0"/>
              <a:t>3. Dominant Frequency</a:t>
            </a:r>
          </a:p>
          <a:p>
            <a:pPr lvl="1"/>
            <a:r>
              <a:rPr lang="en-US" dirty="0"/>
              <a:t>Detects oscillatory signal characteristics </a:t>
            </a:r>
          </a:p>
          <a:p>
            <a:pPr lvl="1"/>
            <a:r>
              <a:rPr lang="en-US" dirty="0"/>
              <a:t>Helps identify abnormal wheel motion </a:t>
            </a:r>
          </a:p>
          <a:p>
            <a:pPr marL="0" indent="0">
              <a:buNone/>
            </a:pPr>
            <a:r>
              <a:rPr lang="en-US" dirty="0"/>
              <a:t>These features were selected due to computational efficiency and predictive relevance.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571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9B25B-78D1-523C-306F-75694ED35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Lockup Probability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AE629-50AE-AD6C-0B1B-3EC3278AB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Multi-feature Weighted Model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Features are combined using weighted contributions:</a:t>
            </a:r>
          </a:p>
          <a:p>
            <a:pPr lvl="1"/>
            <a:r>
              <a:rPr lang="en-US" dirty="0"/>
              <a:t>Entropy → </a:t>
            </a:r>
            <a:r>
              <a:rPr lang="en-US" b="1" dirty="0"/>
              <a:t>35%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Kurtosis → </a:t>
            </a:r>
            <a:r>
              <a:rPr lang="en-US" b="1" dirty="0"/>
              <a:t>25%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Frequency → </a:t>
            </a:r>
            <a:r>
              <a:rPr lang="en-US" b="1" dirty="0"/>
              <a:t>40%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b="1" dirty="0"/>
              <a:t>Lockup Probability Signal</a:t>
            </a:r>
            <a:endParaRPr lang="en-US" dirty="0"/>
          </a:p>
          <a:p>
            <a:pPr lvl="1"/>
            <a:r>
              <a:rPr lang="en-US" dirty="0"/>
              <a:t>This signal represents likelihood of impending wheel lock.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6863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E08C-D04E-8053-BE06-A4321EBEB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Predictive Warning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1BCCF-F98D-383E-706D-7EA3BDC7F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Logic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If:</a:t>
            </a:r>
          </a:p>
          <a:p>
            <a:pPr marL="914400" lvl="2" indent="0">
              <a:buNone/>
            </a:pPr>
            <a:r>
              <a:rPr lang="en-US" dirty="0"/>
              <a:t>Lock Probability &gt; Threshold (60%)</a:t>
            </a:r>
          </a:p>
          <a:p>
            <a:pPr marL="457200" lvl="1" indent="0">
              <a:buNone/>
            </a:pPr>
            <a:r>
              <a:rPr lang="en-US" dirty="0"/>
              <a:t>Then:</a:t>
            </a:r>
          </a:p>
          <a:p>
            <a:pPr marL="914400" lvl="2" indent="0">
              <a:buNone/>
            </a:pPr>
            <a:r>
              <a:rPr lang="en-US" dirty="0"/>
              <a:t>Generate </a:t>
            </a:r>
            <a:r>
              <a:rPr lang="en-US" b="1" dirty="0"/>
              <a:t>Predictive Warning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Key Capability</a:t>
            </a:r>
            <a:endParaRPr lang="en-US" dirty="0"/>
          </a:p>
          <a:p>
            <a:pPr lvl="1"/>
            <a:r>
              <a:rPr lang="en-US" dirty="0"/>
              <a:t>Warning generated </a:t>
            </a:r>
            <a:r>
              <a:rPr lang="en-US" b="1" dirty="0"/>
              <a:t>before traditional ABS activation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Enables earlier brake pressure modulation. </a:t>
            </a:r>
          </a:p>
          <a:p>
            <a:pPr marL="0" indent="0">
              <a:buNone/>
            </a:pPr>
            <a:r>
              <a:rPr lang="en-US" dirty="0"/>
              <a:t>The predictive method generated multiple early detection events compared to conventional triggers.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8128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BCB7-EF06-288D-DA35-D4E43596E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Result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921058C-088B-C22B-BE1A-09949A167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4143" y="1368012"/>
            <a:ext cx="7340439" cy="457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59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C50A1-90B2-AB0E-B193-7CA236057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Result </a:t>
            </a:r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2160FF-659C-7A20-0279-20BA0085D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F376C3-04A6-A725-9ABD-B64B66BED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286" y="1474621"/>
            <a:ext cx="5395428" cy="502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776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04071-3ACE-68BD-A1ED-7BC67EB1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result </a:t>
            </a:r>
            <a:r>
              <a:rPr lang="en-US" dirty="0" err="1"/>
              <a:t>conti</a:t>
            </a:r>
            <a:r>
              <a:rPr lang="en-US" dirty="0"/>
              <a:t>…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00654A-7395-D040-A05E-9AF7E9B655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4267" y="2016125"/>
            <a:ext cx="5324456" cy="406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181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88F6-7A83-2D00-E884-53BD3E9A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5920C-EEE8-0440-5291-F68E8B3B35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1200" b="1" dirty="0"/>
              <a:t>Advantages</a:t>
            </a:r>
          </a:p>
          <a:p>
            <a:r>
              <a:rPr lang="en-US" sz="1200" dirty="0"/>
              <a:t>The proposed predictive ABS system offers the following advantages:</a:t>
            </a:r>
          </a:p>
          <a:p>
            <a:pPr lvl="0"/>
            <a:r>
              <a:rPr lang="en-US" sz="1200" dirty="0"/>
              <a:t>Earlier lockup detection</a:t>
            </a:r>
          </a:p>
          <a:p>
            <a:pPr lvl="0"/>
            <a:r>
              <a:rPr lang="en-US" sz="1200" dirty="0"/>
              <a:t>Improved braking smoothness</a:t>
            </a:r>
          </a:p>
          <a:p>
            <a:pPr lvl="0"/>
            <a:r>
              <a:rPr lang="en-US" sz="1200" dirty="0"/>
              <a:t>Better slip regulation</a:t>
            </a:r>
          </a:p>
          <a:p>
            <a:pPr lvl="0"/>
            <a:r>
              <a:rPr lang="en-US" sz="1200" dirty="0"/>
              <a:t>Reduced pressure oscillation</a:t>
            </a:r>
          </a:p>
          <a:p>
            <a:pPr lvl="0"/>
            <a:r>
              <a:rPr lang="en-US" sz="1200" dirty="0"/>
              <a:t>Deterministic implementation</a:t>
            </a:r>
          </a:p>
          <a:p>
            <a:pPr lvl="0"/>
            <a:r>
              <a:rPr lang="en-US" sz="1200" dirty="0"/>
              <a:t>Compatibility with existing ABS systems</a:t>
            </a:r>
          </a:p>
          <a:p>
            <a:pPr lvl="0"/>
            <a:r>
              <a:rPr lang="en-US" sz="1200" dirty="0"/>
              <a:t>Low computational overhead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6CCE7-51E8-2839-20C5-4D6316F0C3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en-US" sz="1200" b="1" dirty="0"/>
              <a:t>Limitations</a:t>
            </a:r>
          </a:p>
          <a:p>
            <a:r>
              <a:rPr lang="en-US" sz="1200" dirty="0"/>
              <a:t>The present work also has certain limitations:</a:t>
            </a:r>
          </a:p>
          <a:p>
            <a:pPr lvl="0"/>
            <a:r>
              <a:rPr lang="en-US" sz="1200" dirty="0"/>
              <a:t>Validation performed mainly on simulation datasets</a:t>
            </a:r>
          </a:p>
          <a:p>
            <a:pPr lvl="0"/>
            <a:r>
              <a:rPr lang="en-US" sz="1200" dirty="0"/>
              <a:t>Limited real-world vehicle testing</a:t>
            </a:r>
          </a:p>
          <a:p>
            <a:pPr lvl="0"/>
            <a:r>
              <a:rPr lang="en-US" sz="1200" dirty="0"/>
              <a:t>Threshold tuning required for production systems</a:t>
            </a:r>
          </a:p>
          <a:p>
            <a:pPr lvl="0"/>
            <a:r>
              <a:rPr lang="en-US" sz="1200" dirty="0"/>
              <a:t>Environmental variations not fully covered</a:t>
            </a:r>
          </a:p>
          <a:p>
            <a:r>
              <a:rPr lang="en-IN" sz="1200" dirty="0"/>
              <a:t>No hardware-in-loop validation</a:t>
            </a:r>
            <a:endParaRPr lang="en-US" sz="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4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62CE4-A31C-7B63-64A0-E9C5280B2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F11EC2-FABD-B85F-E0BF-97D939645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Future improvements for this work include:</a:t>
            </a:r>
          </a:p>
          <a:p>
            <a:pPr lvl="0"/>
            <a:r>
              <a:rPr lang="en-US" dirty="0"/>
              <a:t>Real vehicle testing</a:t>
            </a:r>
          </a:p>
          <a:p>
            <a:pPr lvl="0"/>
            <a:r>
              <a:rPr lang="en-US" dirty="0"/>
              <a:t>Hardware-in-loop validation</a:t>
            </a:r>
          </a:p>
          <a:p>
            <a:pPr lvl="0"/>
            <a:r>
              <a:rPr lang="en-US" dirty="0"/>
              <a:t>Adaptive threshold optimization</a:t>
            </a:r>
          </a:p>
          <a:p>
            <a:pPr lvl="0"/>
            <a:r>
              <a:rPr lang="en-US" dirty="0"/>
              <a:t>Integration with Electronic Stability Control</a:t>
            </a:r>
          </a:p>
          <a:p>
            <a:pPr lvl="0"/>
            <a:r>
              <a:rPr lang="en-US" dirty="0"/>
              <a:t>Machine learning assisted prediction</a:t>
            </a:r>
          </a:p>
          <a:p>
            <a:pPr lvl="0"/>
            <a:r>
              <a:rPr lang="en-US" dirty="0"/>
              <a:t>Sensor fusion techniques</a:t>
            </a:r>
          </a:p>
          <a:p>
            <a:pPr lvl="0"/>
            <a:r>
              <a:rPr lang="en-US" dirty="0"/>
              <a:t>Production ECU implementation</a:t>
            </a:r>
          </a:p>
          <a:p>
            <a:pPr lvl="0"/>
            <a:r>
              <a:rPr lang="en-US" dirty="0"/>
              <a:t>ISO 26262 safety analysis</a:t>
            </a:r>
          </a:p>
          <a:p>
            <a:pPr marL="0" indent="0">
              <a:buNone/>
            </a:pPr>
            <a:r>
              <a:rPr lang="en-IN" dirty="0"/>
              <a:t>Further research can also explore integration with autonomous driving systems and predictive vehicle control architectures.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640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7036-D5C7-6462-5C1C-367AA4B41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21227-EE92-7856-80C2-7D78BA18D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dissertation presented a predictive anti-lock braking system based on wheel speed signal analysis and predictive lockup detection.</a:t>
            </a:r>
          </a:p>
          <a:p>
            <a:r>
              <a:rPr lang="en-US" dirty="0"/>
              <a:t>The computational analysis also indicates that the proposed algorithm is suitable for real-time embedded automotive systems.</a:t>
            </a:r>
          </a:p>
          <a:p>
            <a:r>
              <a:rPr lang="en-US" dirty="0"/>
              <a:t>The work demonstrates the potential of predictive signal-processing-based braking control for future automotive safety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312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7BA86-02D0-64A6-654E-BCDFC6A7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F4727-3B5A-1089-364D-F85DF3B60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Rajamani, R., “Vehicle Dynamics and Control,” Springer, 2nd Edition, 2012.</a:t>
            </a:r>
          </a:p>
          <a:p>
            <a:pPr lvl="0"/>
            <a:r>
              <a:rPr lang="en-US" dirty="0"/>
              <a:t>Gillespie, T. D., “Fundamentals of Vehicle Dynamics,” SAE International, 1992.</a:t>
            </a:r>
          </a:p>
          <a:p>
            <a:pPr lvl="0"/>
            <a:r>
              <a:rPr lang="en-US" dirty="0"/>
              <a:t>Pincus, S. M., “Approximate Entropy as a Measure of System Complexity,” Proceedings of the National Academy of Sciences, Vol. 88, No. 6, 1991.</a:t>
            </a:r>
          </a:p>
          <a:p>
            <a:pPr lvl="0"/>
            <a:r>
              <a:rPr lang="en-US" dirty="0"/>
              <a:t>Bosch Automotive Handbook, 10th Edition, Robert Bosch GmbH.</a:t>
            </a:r>
          </a:p>
          <a:p>
            <a:pPr lvl="0"/>
            <a:r>
              <a:rPr lang="en-US" dirty="0" err="1"/>
              <a:t>Pacejka</a:t>
            </a:r>
            <a:r>
              <a:rPr lang="en-US" dirty="0"/>
              <a:t>, H., “Tire and Vehicle Dynamics,” Elsevier, 3rd Edition, 2012.</a:t>
            </a:r>
          </a:p>
          <a:p>
            <a:pPr lvl="0"/>
            <a:r>
              <a:rPr lang="en-US" dirty="0"/>
              <a:t>ISO 26262 Road Vehicles – Functional Safety Standard.</a:t>
            </a:r>
          </a:p>
          <a:p>
            <a:r>
              <a:rPr lang="en-IN" dirty="0"/>
              <a:t>SAE International Papers on Brake Control and Wheel Slip Regulation.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841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90E77-7AAD-5242-6A24-5ED90DAD4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code and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669A8-4D63-8039-A527-E1234521F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</a:p>
          <a:p>
            <a:pPr lvl="1"/>
            <a:r>
              <a:rPr lang="en-US" dirty="0">
                <a:hlinkClick r:id="rId2"/>
              </a:rPr>
              <a:t>Dissertation-MTech/Reports at main · </a:t>
            </a:r>
            <a:r>
              <a:rPr lang="en-US" dirty="0" err="1">
                <a:hlinkClick r:id="rId2"/>
              </a:rPr>
              <a:t>GopiHappy</a:t>
            </a:r>
            <a:r>
              <a:rPr lang="en-US" dirty="0">
                <a:hlinkClick r:id="rId2"/>
              </a:rPr>
              <a:t>/Dissertation-MTech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96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Predictive indicators identified before slip saturation</a:t>
            </a:r>
            <a:endParaRPr lang="en-US" dirty="0"/>
          </a:p>
          <a:p>
            <a:r>
              <a:rPr lang="en-IN" dirty="0"/>
              <a:t>Braking Efficiency Improved</a:t>
            </a:r>
            <a:endParaRPr dirty="0"/>
          </a:p>
          <a:p>
            <a:r>
              <a:rPr dirty="0"/>
              <a:t>Reduced stopping distance in simulation</a:t>
            </a:r>
          </a:p>
          <a:p>
            <a:r>
              <a:rPr dirty="0"/>
              <a:t>Software architecture compatible with existing ECUs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Work</a:t>
            </a:r>
            <a:r>
              <a:rPr lang="en-US" dirty="0"/>
              <a:t> (Out of Scope)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Validation using real vehicle datasets</a:t>
            </a:r>
          </a:p>
          <a:p>
            <a:r>
              <a:rPr dirty="0"/>
              <a:t>Hardware-in-loop testing</a:t>
            </a:r>
          </a:p>
          <a:p>
            <a:r>
              <a:rPr dirty="0"/>
              <a:t>Integration with production ABS platform</a:t>
            </a:r>
          </a:p>
          <a:p>
            <a:r>
              <a:rPr dirty="0"/>
              <a:t>ML-based adaptive thresholds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2gsAAAAAAAAAAAAAIAD///////////////8AAAD///////////////8DAAAAAgD///////8DAAAAAg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/IikmPJQjtDoElrLZQ9YYkEAAAAAAADAAAAAAADAAAAAwADAAAAAAADAAAAAwADAAQA////////BQAAAAMAEAALbWKTa88kDk2Wuz1qsovnaAQAAAABAAMAAAACAAMAAAAEAAMAAAACAAMAAAAEAAMAAAAAAP///////wMAAAAAAP///////wQAAgD///////8FAAAABAAQAAtV8jJ86fgmTqI43wHDi1pJ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8iKSY8lCO0OgSWstlD1hiQNEYXRhABsAAAAETGlua2VkU2hhcGVEYXRhAAUAAAAAAAJOYW1lABkAAABMaW5rZWRTaGFwZXNEYXRhUHJvcGVydHkAEFZlcnNpb24AAAAAAAlMYXN0V3JpdGUA9LSDY50BAAAAAQD/////xgDGAAAABV9pZAAQAAAABG1ik2vPJA5Nlrs9arKL52gDRGF0YQBTAAAACFByZXNlbnRhdGlvblNjYW5uZWRGb3JMaW5rZWRTaGFwZXMAAAJOdW1iZXJGb3JtYXRTZXBhcmF0b3JNb2RlAAoAAABBdXRvbWF0aWMAAAJOYW1lACQAAABMaW5rZWRTaGFwZVByZXNlbnRhdGlvblNldHRpbmdzRGF0YQAQVmVyc2lvbgAAAAAACUxhc3RXcml0ZQA7tYNjnQEAAAACAP////+DAIMAAAAFX2lkABAAAAAEVfIyfOn4Jk6iON8Bw4taSQNEYXRhABsAAAAETGlua2VkU2hhcGVEYXRhAAUAAAAAAAJOYW1lABkAAABMaW5rZWRTaGFwZXNEYXRhUHJvcGVydHkAEFZlcnNpb24AAQAAAAlMYXN0V3JpdGUAO7WDY5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x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GgAGTGlua2VkU2hhcGVzRGF0YVByb3BlcnR5XzAEAAAAAAAFAAAAAwAFAAAABAAFAAAAAwAFAAAABAADAAQBAwAAAAMA////////JQAGTGlua2VkU2hhcGVQcmVzZW50YXRpb25TZXR0aW5nc0RhdGFfMAQAAAABAAUAAAAAAAUAAAACAAUAAAAAAAUAAAACAAUAAAAAAP///////wUAAAAAAP///////wQAAgEDAAAABAD///////8aAAZMaW5rZWRTaGFwZXNEYXRhUHJvcGVydHlfMQQAAAACAAUAAAACAAUAAAABAAUAAAAC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9110878693357548"/>
  <p:tag name="EMPOWERCHARTSPROPERTIES_A_LENGTH" val="24576"/>
</p:tagLst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Metadata/LabelInfo.xml><?xml version="1.0" encoding="utf-8"?>
<clbl:labelList xmlns:clbl="http://schemas.microsoft.com/office/2020/mipLabelMetadata">
  <clbl:label id="{7e753c2c-bb14-4786-921b-97c6a6fc424f}" enabled="1" method="Standard" siteId="{3bd97919-57c3-48d3-9e9a-8e4c01614a8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0</TotalTime>
  <Words>664</Words>
  <Application>Microsoft Office PowerPoint</Application>
  <PresentationFormat>On-screen Show (4:3)</PresentationFormat>
  <Paragraphs>116</Paragraphs>
  <Slides>19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Gill Sans MT</vt:lpstr>
      <vt:lpstr>Gallery</vt:lpstr>
      <vt:lpstr>Predictive ABS Through Predictive Wheel Slip Modulation</vt:lpstr>
      <vt:lpstr>Objectives &amp; Scope</vt:lpstr>
      <vt:lpstr>Slip Ratio Computation</vt:lpstr>
      <vt:lpstr>PowerPoint Presentation</vt:lpstr>
      <vt:lpstr>Overall System Architecture</vt:lpstr>
      <vt:lpstr>Methodology Adopted</vt:lpstr>
      <vt:lpstr>Feature Extraction Strategy</vt:lpstr>
      <vt:lpstr>Lockup Probability Estimation</vt:lpstr>
      <vt:lpstr>Predictive Warning Generation</vt:lpstr>
      <vt:lpstr>Validation Result</vt:lpstr>
      <vt:lpstr>Validation Result cont…</vt:lpstr>
      <vt:lpstr>Validation result conti…</vt:lpstr>
      <vt:lpstr>Advantages and limitations</vt:lpstr>
      <vt:lpstr>Future scope</vt:lpstr>
      <vt:lpstr>CONCLUSION</vt:lpstr>
      <vt:lpstr>References</vt:lpstr>
      <vt:lpstr>Source code and details</vt:lpstr>
      <vt:lpstr>Key Findings</vt:lpstr>
      <vt:lpstr>Future Work (Out of Scope)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Gopinath</dc:creator>
  <cp:keywords/>
  <dc:description>generated using python-pptx</dc:description>
  <cp:lastModifiedBy>Madheswaran, Gopinath</cp:lastModifiedBy>
  <cp:revision>35</cp:revision>
  <dcterms:created xsi:type="dcterms:W3CDTF">2013-01-27T09:14:16Z</dcterms:created>
  <dcterms:modified xsi:type="dcterms:W3CDTF">2026-05-23T15:23:39Z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Gallery:8</vt:lpwstr>
  </property>
  <property fmtid="{D5CDD505-2E9C-101B-9397-08002B2CF9AE}" pid="3" name="ClassificationContentMarkingFooterText">
    <vt:lpwstr>Internal</vt:lpwstr>
  </property>
</Properties>
</file>