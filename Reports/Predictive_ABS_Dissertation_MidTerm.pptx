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2" r:id="rId2"/>
    <p:sldId id="257" r:id="rId3"/>
    <p:sldId id="265" r:id="rId4"/>
    <p:sldId id="263" r:id="rId5"/>
    <p:sldId id="264" r:id="rId6"/>
    <p:sldId id="258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59" r:id="rId18"/>
    <p:sldId id="260" r:id="rId19"/>
    <p:sldId id="261" r:id="rId20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1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9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5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6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6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4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001B9-CEF3-3DB0-3272-61DC13DEA9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2138" y="6672580"/>
            <a:ext cx="3603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5956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058-F033-6257-73B0-58920FA4D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ABS Through Predictive Wheel Slip Modulation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E753-97C3-2ED1-3F1E-AE302EDA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2" y="3886200"/>
            <a:ext cx="8455741" cy="17526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Name			: Gopinath Madheswaran</a:t>
            </a:r>
          </a:p>
          <a:p>
            <a:pPr algn="l"/>
            <a:r>
              <a:rPr lang="en-IN" dirty="0"/>
              <a:t>Student ID		: 2024MT12082</a:t>
            </a:r>
          </a:p>
          <a:p>
            <a:pPr algn="l"/>
            <a:r>
              <a:rPr lang="en-US" dirty="0"/>
              <a:t>Research Area	</a:t>
            </a:r>
            <a:r>
              <a:rPr lang="en-US"/>
              <a:t>: Automotive ABS, </a:t>
            </a:r>
            <a:r>
              <a:rPr lang="en-US" dirty="0"/>
              <a:t>Signal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70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Predict wheel lockup using </a:t>
            </a:r>
            <a:r>
              <a:rPr lang="en-US" dirty="0"/>
              <a:t>Entropy based Analysis of Wheel speed signal</a:t>
            </a:r>
          </a:p>
          <a:p>
            <a:r>
              <a:rPr lang="en-IN" dirty="0"/>
              <a:t>Generate lock probability using multi-feature weighted fusion</a:t>
            </a:r>
            <a:endParaRPr dirty="0"/>
          </a:p>
          <a:p>
            <a:r>
              <a:rPr dirty="0"/>
              <a:t>Design smooth brake pressure modulation</a:t>
            </a:r>
            <a:r>
              <a:rPr lang="en-US" dirty="0"/>
              <a:t> (By maintaining Slip 10 – 20%)</a:t>
            </a:r>
            <a:endParaRPr dirty="0"/>
          </a:p>
          <a:p>
            <a:r>
              <a:rPr dirty="0"/>
              <a:t>Simulate predictive ABS vs traditional ABS</a:t>
            </a:r>
          </a:p>
          <a:p>
            <a:r>
              <a:rPr dirty="0"/>
              <a:t>Demonstrate feasibility on ECU software</a:t>
            </a:r>
          </a:p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Algorithm development</a:t>
            </a:r>
          </a:p>
          <a:p>
            <a:r>
              <a:rPr dirty="0"/>
              <a:t>Simulation &amp; </a:t>
            </a:r>
            <a:r>
              <a:rPr lang="en-US" dirty="0"/>
              <a:t>Comparison</a:t>
            </a:r>
            <a:endParaRPr dirty="0"/>
          </a:p>
          <a:p>
            <a:r>
              <a:rPr dirty="0"/>
              <a:t>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40F-5E25-C771-5656-EF7AF387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Slip Ratio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C66B-5803-0D4E-8204-F884356C6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Slip ratio indicates difference between wheel speed and vehicle speed.</a:t>
            </a:r>
          </a:p>
          <a:p>
            <a:pPr marL="0" indent="0">
              <a:buNone/>
            </a:pPr>
            <a:r>
              <a:rPr lang="en-US" b="1" dirty="0"/>
              <a:t>Operational Range</a:t>
            </a:r>
            <a:endParaRPr lang="en-US" dirty="0"/>
          </a:p>
          <a:p>
            <a:pPr lvl="1"/>
            <a:r>
              <a:rPr lang="en-US" dirty="0"/>
              <a:t>Optimal slip region: </a:t>
            </a:r>
          </a:p>
          <a:p>
            <a:pPr marL="914400" lvl="2" indent="0">
              <a:buNone/>
            </a:pPr>
            <a:r>
              <a:rPr lang="en-US" b="1" dirty="0"/>
              <a:t>10% to 20%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This range corresponds to maximum </a:t>
            </a:r>
            <a:r>
              <a:rPr lang="en-US" dirty="0" err="1"/>
              <a:t>tyre</a:t>
            </a:r>
            <a:r>
              <a:rPr lang="en-US" dirty="0"/>
              <a:t>-road friction.</a:t>
            </a:r>
          </a:p>
          <a:p>
            <a:pPr marL="914400" lvl="2" indent="0">
              <a:buNone/>
            </a:pPr>
            <a:r>
              <a:rPr lang="en-US" dirty="0"/>
              <a:t>Slip monitoring is continuously used to assess wheel behavior 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88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44337-798A-4326-901C-C5A21977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00100"/>
            <a:ext cx="80962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0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BA85-BAB9-D20D-C59C-CA24741EDD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1797" y="117681"/>
            <a:ext cx="6572250" cy="630237"/>
          </a:xfrm>
        </p:spPr>
        <p:txBody>
          <a:bodyPr/>
          <a:lstStyle/>
          <a:p>
            <a:pPr algn="ctr"/>
            <a:r>
              <a:rPr lang="en-US" dirty="0"/>
              <a:t>Overall 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B1B35-6220-4C50-0A55-8FEC9753FBC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654710" y="747918"/>
            <a:ext cx="3726425" cy="53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2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Adopted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wheel speed signal acquisition</a:t>
            </a:r>
          </a:p>
          <a:p>
            <a:r>
              <a:rPr dirty="0"/>
              <a:t>Feature extraction: Approximate Entropy &amp; Kurtosis</a:t>
            </a:r>
          </a:p>
          <a:p>
            <a:r>
              <a:rPr dirty="0"/>
              <a:t>Early lockup prediction logic</a:t>
            </a:r>
          </a:p>
          <a:p>
            <a:r>
              <a:rPr dirty="0"/>
              <a:t>Predictive control strategy</a:t>
            </a:r>
          </a:p>
          <a:p>
            <a:r>
              <a:rPr dirty="0"/>
              <a:t>Comparison with conventional 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F81A-D88F-B704-AE3F-C6D16D8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Extraction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A528-C525-C677-6620-C3BFB3D1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Three statistical features are used:</a:t>
            </a:r>
          </a:p>
          <a:p>
            <a:pPr marL="0" indent="0">
              <a:buNone/>
            </a:pPr>
            <a:r>
              <a:rPr lang="en-US" b="1" dirty="0"/>
              <a:t>1. Approximate Entropy</a:t>
            </a:r>
          </a:p>
          <a:p>
            <a:pPr lvl="1"/>
            <a:r>
              <a:rPr lang="en-US" dirty="0"/>
              <a:t>Measures signal irregularity </a:t>
            </a:r>
          </a:p>
          <a:p>
            <a:pPr lvl="1"/>
            <a:r>
              <a:rPr lang="en-US" dirty="0"/>
              <a:t>Detects instability in wheel rotation behavior </a:t>
            </a:r>
          </a:p>
          <a:p>
            <a:pPr marL="0" indent="0">
              <a:buNone/>
            </a:pPr>
            <a:r>
              <a:rPr lang="en-US" b="1" dirty="0"/>
              <a:t>2. Statistical Kurtosis</a:t>
            </a:r>
          </a:p>
          <a:p>
            <a:pPr lvl="1"/>
            <a:r>
              <a:rPr lang="en-US" dirty="0"/>
              <a:t>Detects sharp variations in signal distribution </a:t>
            </a:r>
          </a:p>
          <a:p>
            <a:pPr lvl="1"/>
            <a:r>
              <a:rPr lang="en-US" dirty="0"/>
              <a:t>Identifies impulsive behavior before lock </a:t>
            </a:r>
          </a:p>
          <a:p>
            <a:pPr marL="0" indent="0">
              <a:buNone/>
            </a:pPr>
            <a:r>
              <a:rPr lang="en-US" b="1" dirty="0"/>
              <a:t>3. Dominant Frequency</a:t>
            </a:r>
          </a:p>
          <a:p>
            <a:pPr lvl="1"/>
            <a:r>
              <a:rPr lang="en-US" dirty="0"/>
              <a:t>Detects oscillatory signal characteristics </a:t>
            </a:r>
          </a:p>
          <a:p>
            <a:pPr lvl="1"/>
            <a:r>
              <a:rPr lang="en-US" dirty="0"/>
              <a:t>Helps identify abnormal wheel motion </a:t>
            </a:r>
          </a:p>
          <a:p>
            <a:pPr marL="0" indent="0">
              <a:buNone/>
            </a:pPr>
            <a:r>
              <a:rPr lang="en-US" dirty="0"/>
              <a:t>These features were selected due to computational efficiency and predictive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57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B25B-78D1-523C-306F-75694ED3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Lockup Probability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E629-50AE-AD6C-0B1B-3EC3278A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Multi-feature Weighted Model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Features are combined using weighted contributions:</a:t>
            </a:r>
          </a:p>
          <a:p>
            <a:pPr lvl="1"/>
            <a:r>
              <a:rPr lang="en-US" dirty="0"/>
              <a:t>Entropy → </a:t>
            </a:r>
            <a:r>
              <a:rPr lang="en-US" b="1" dirty="0"/>
              <a:t>35%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Kurtosis →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Frequency → </a:t>
            </a:r>
            <a:r>
              <a:rPr lang="en-US" b="1" dirty="0"/>
              <a:t>40%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b="1" dirty="0"/>
              <a:t>Lockup Probability Signal</a:t>
            </a:r>
            <a:endParaRPr lang="en-US" dirty="0"/>
          </a:p>
          <a:p>
            <a:pPr lvl="1"/>
            <a:r>
              <a:rPr lang="en-US" dirty="0"/>
              <a:t>This signal represents likelihood of impending wheel lock.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6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E08C-D04E-8053-BE06-A4321EBE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Warning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CCF-F98D-383E-706D-7EA3BDC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Logic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If:</a:t>
            </a:r>
          </a:p>
          <a:p>
            <a:pPr marL="914400" lvl="2" indent="0">
              <a:buNone/>
            </a:pPr>
            <a:r>
              <a:rPr lang="en-US" dirty="0"/>
              <a:t>Lock Probability &gt; Threshold (60%)</a:t>
            </a:r>
          </a:p>
          <a:p>
            <a:pPr marL="457200" lvl="1" indent="0">
              <a:buNone/>
            </a:pPr>
            <a:r>
              <a:rPr lang="en-US" dirty="0"/>
              <a:t>Then:</a:t>
            </a:r>
          </a:p>
          <a:p>
            <a:pPr marL="914400" lvl="2" indent="0">
              <a:buNone/>
            </a:pPr>
            <a:r>
              <a:rPr lang="en-US" dirty="0"/>
              <a:t>Generate </a:t>
            </a:r>
            <a:r>
              <a:rPr lang="en-US" b="1" dirty="0"/>
              <a:t>Predictive Warning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Capability</a:t>
            </a:r>
            <a:endParaRPr lang="en-US" dirty="0"/>
          </a:p>
          <a:p>
            <a:pPr lvl="1"/>
            <a:r>
              <a:rPr lang="en-US" dirty="0"/>
              <a:t>Warning generated </a:t>
            </a:r>
            <a:r>
              <a:rPr lang="en-US" b="1" dirty="0"/>
              <a:t>before traditional ABS activation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earlier brake pressure modulation. </a:t>
            </a:r>
          </a:p>
          <a:p>
            <a:pPr marL="0" indent="0">
              <a:buNone/>
            </a:pPr>
            <a:r>
              <a:rPr lang="en-US" dirty="0"/>
              <a:t>The predictive method generated multiple early detection events compared to conventional triggers.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12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2116F-99AA-EB15-FC26-5B67BC54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8D8492-16C1-F3E5-0814-4D6A4E3534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762827"/>
              </p:ext>
            </p:extLst>
          </p:nvPr>
        </p:nvGraphicFramePr>
        <p:xfrm>
          <a:off x="1443038" y="2016125"/>
          <a:ext cx="65722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25">
                  <a:extLst>
                    <a:ext uri="{9D8B030D-6E8A-4147-A177-3AD203B41FA5}">
                      <a16:colId xmlns:a16="http://schemas.microsoft.com/office/drawing/2014/main" val="4057727147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3651664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Status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22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Initial Research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894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Algorithm Development (Unit 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102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 Logic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66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Dataset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77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Performance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10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Final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996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003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BCB7-EF06-288D-DA35-D4E43596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21058C-088B-C22B-BE1A-09949A167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143" y="1368012"/>
            <a:ext cx="7340439" cy="45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59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50A1-90B2-AB0E-B193-7CA23605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043EA4-FFD0-76A2-93BC-A6A1AE153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429" y="1488488"/>
            <a:ext cx="4659085" cy="43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76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88F6-7A83-2D00-E884-53BD3E9A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920C-EEE8-0440-5291-F68E8B3B35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200" b="1" dirty="0"/>
              <a:t>Advantages</a:t>
            </a:r>
          </a:p>
          <a:p>
            <a:r>
              <a:rPr lang="en-US" sz="1200" dirty="0"/>
              <a:t>The proposed predictive ABS system offers the following advantages:</a:t>
            </a:r>
          </a:p>
          <a:p>
            <a:pPr lvl="0"/>
            <a:r>
              <a:rPr lang="en-US" sz="1200" dirty="0"/>
              <a:t>Earlier lockup detection</a:t>
            </a:r>
          </a:p>
          <a:p>
            <a:pPr lvl="0"/>
            <a:r>
              <a:rPr lang="en-US" sz="1200" dirty="0"/>
              <a:t>Improved braking smoothness</a:t>
            </a:r>
          </a:p>
          <a:p>
            <a:pPr lvl="0"/>
            <a:r>
              <a:rPr lang="en-US" sz="1200" dirty="0"/>
              <a:t>Better slip regulation</a:t>
            </a:r>
          </a:p>
          <a:p>
            <a:pPr lvl="0"/>
            <a:r>
              <a:rPr lang="en-US" sz="1200" dirty="0"/>
              <a:t>Reduced pressure oscillation</a:t>
            </a:r>
          </a:p>
          <a:p>
            <a:pPr lvl="0"/>
            <a:r>
              <a:rPr lang="en-US" sz="1200" dirty="0"/>
              <a:t>Deterministic implementation</a:t>
            </a:r>
          </a:p>
          <a:p>
            <a:pPr lvl="0"/>
            <a:r>
              <a:rPr lang="en-US" sz="1200" dirty="0"/>
              <a:t>Compatibility with existing ABS systems</a:t>
            </a:r>
          </a:p>
          <a:p>
            <a:pPr lvl="0"/>
            <a:r>
              <a:rPr lang="en-US" sz="1200" dirty="0"/>
              <a:t>Low computational overhead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CCE7-51E8-2839-20C5-4D6316F0C3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sz="1200" b="1" dirty="0"/>
              <a:t>Limitations</a:t>
            </a:r>
          </a:p>
          <a:p>
            <a:r>
              <a:rPr lang="en-US" sz="1200" dirty="0"/>
              <a:t>The present work also has certain limitations:</a:t>
            </a:r>
          </a:p>
          <a:p>
            <a:pPr lvl="0"/>
            <a:r>
              <a:rPr lang="en-US" sz="1200" dirty="0"/>
              <a:t>Validation performed mainly on simulation datasets</a:t>
            </a:r>
          </a:p>
          <a:p>
            <a:pPr lvl="0"/>
            <a:r>
              <a:rPr lang="en-US" sz="1200" dirty="0"/>
              <a:t>Limited real-world vehicle testing</a:t>
            </a:r>
          </a:p>
          <a:p>
            <a:pPr lvl="0"/>
            <a:r>
              <a:rPr lang="en-US" sz="1200" dirty="0"/>
              <a:t>Threshold tuning required for production systems</a:t>
            </a:r>
          </a:p>
          <a:p>
            <a:pPr lvl="0"/>
            <a:r>
              <a:rPr lang="en-US" sz="1200" dirty="0"/>
              <a:t>Environmental variations not fully covered</a:t>
            </a:r>
          </a:p>
          <a:p>
            <a:r>
              <a:rPr lang="en-IN" sz="1200" dirty="0"/>
              <a:t>No hardware-in-loop validation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4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2CE4-A31C-7B63-64A0-E9C5280B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11EC2-FABD-B85F-E0BF-97D93964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Future improvements for this work include:</a:t>
            </a:r>
          </a:p>
          <a:p>
            <a:pPr lvl="0"/>
            <a:r>
              <a:rPr lang="en-US" dirty="0"/>
              <a:t>Real vehicle testing</a:t>
            </a:r>
          </a:p>
          <a:p>
            <a:pPr lvl="0"/>
            <a:r>
              <a:rPr lang="en-US" dirty="0"/>
              <a:t>Hardware-in-loop validation</a:t>
            </a:r>
          </a:p>
          <a:p>
            <a:pPr lvl="0"/>
            <a:r>
              <a:rPr lang="en-US" dirty="0"/>
              <a:t>Adaptive threshold optimization</a:t>
            </a:r>
          </a:p>
          <a:p>
            <a:pPr lvl="0"/>
            <a:r>
              <a:rPr lang="en-US" dirty="0"/>
              <a:t>Integration with Electronic Stability Control</a:t>
            </a:r>
          </a:p>
          <a:p>
            <a:pPr lvl="0"/>
            <a:r>
              <a:rPr lang="en-US" dirty="0"/>
              <a:t>Machine learning assisted prediction</a:t>
            </a:r>
          </a:p>
          <a:p>
            <a:pPr lvl="0"/>
            <a:r>
              <a:rPr lang="en-US" dirty="0"/>
              <a:t>Sensor fusion techniques</a:t>
            </a:r>
          </a:p>
          <a:p>
            <a:pPr lvl="0"/>
            <a:r>
              <a:rPr lang="en-US" dirty="0"/>
              <a:t>Production ECU implementation</a:t>
            </a:r>
          </a:p>
          <a:p>
            <a:pPr lvl="0"/>
            <a:r>
              <a:rPr lang="en-US" dirty="0"/>
              <a:t>ISO 26262 safety analysis</a:t>
            </a:r>
          </a:p>
          <a:p>
            <a:pPr marL="0" indent="0">
              <a:buNone/>
            </a:pPr>
            <a:r>
              <a:rPr lang="en-IN" dirty="0"/>
              <a:t>Further research can also explore integration with autonomous driving systems and predictive vehicle control architectures.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40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7036-D5C7-6462-5C1C-367AA4B4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1227-EE92-7856-80C2-7D78BA18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dissertation presented a predictive anti-lock braking system based on wheel speed signal analysis and predictive lockup detection.</a:t>
            </a:r>
          </a:p>
          <a:p>
            <a:r>
              <a:rPr lang="en-US" dirty="0"/>
              <a:t>The computational analysis also indicates that the proposed algorithm is suitable for real-time embedded automotive systems.</a:t>
            </a:r>
          </a:p>
          <a:p>
            <a:r>
              <a:rPr lang="en-US" dirty="0"/>
              <a:t>The work demonstrates the potential of predictive signal-processing-based braking control for future automotive safety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1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BA86-02D0-64A6-654E-BCDFC6A7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4727-3B5A-1089-364D-F85DF3B6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Rajamani, R., “Vehicle Dynamics and Control,” Springer, 2nd Edition, 2012.</a:t>
            </a:r>
          </a:p>
          <a:p>
            <a:pPr lvl="0"/>
            <a:r>
              <a:rPr lang="en-US" dirty="0"/>
              <a:t>Gillespie, T. D., “Fundamentals of Vehicle Dynamics,” SAE International, 1992.</a:t>
            </a:r>
          </a:p>
          <a:p>
            <a:pPr lvl="0"/>
            <a:r>
              <a:rPr lang="en-US" dirty="0"/>
              <a:t>Pincus, S. M., “Approximate Entropy as a Measure of System Complexity,” Proceedings of the National Academy of Sciences, Vol. 88, No. 6, 1991.</a:t>
            </a:r>
          </a:p>
          <a:p>
            <a:pPr lvl="0"/>
            <a:r>
              <a:rPr lang="en-US" dirty="0"/>
              <a:t>Bosch Automotive Handbook, 10th Edition, Robert Bosch GmbH.</a:t>
            </a:r>
          </a:p>
          <a:p>
            <a:pPr lvl="0"/>
            <a:r>
              <a:rPr lang="en-US" dirty="0" err="1"/>
              <a:t>Pacejka</a:t>
            </a:r>
            <a:r>
              <a:rPr lang="en-US" dirty="0"/>
              <a:t>, H., “Tire and Vehicle Dynamics,” Elsevier, 3rd Edition, 2012.</a:t>
            </a:r>
          </a:p>
          <a:p>
            <a:pPr lvl="0"/>
            <a:r>
              <a:rPr lang="en-US" dirty="0"/>
              <a:t>ISO 26262 Road Vehicles – Functional Safety Standard.</a:t>
            </a:r>
          </a:p>
          <a:p>
            <a:r>
              <a:rPr lang="en-IN"/>
              <a:t>SAE International Papers on Brake Control and Wheel Slip Regulation.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41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Predictive indicators identified before slip saturation</a:t>
            </a:r>
            <a:endParaRPr lang="en-US" dirty="0"/>
          </a:p>
          <a:p>
            <a:r>
              <a:rPr lang="en-IN" dirty="0"/>
              <a:t>Braking Efficiency Improved</a:t>
            </a:r>
            <a:endParaRPr dirty="0"/>
          </a:p>
          <a:p>
            <a:r>
              <a:rPr dirty="0"/>
              <a:t>Reduced stopping distance in simulation</a:t>
            </a:r>
          </a:p>
          <a:p>
            <a:r>
              <a:rPr dirty="0"/>
              <a:t>Software architecture compatible with existing ECUs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  <a:r>
              <a:rPr lang="en-US" dirty="0"/>
              <a:t> (Out of Scope)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Validation using real vehicle datasets</a:t>
            </a:r>
          </a:p>
          <a:p>
            <a:r>
              <a:rPr dirty="0"/>
              <a:t>Hardware-in-loop testing</a:t>
            </a:r>
          </a:p>
          <a:p>
            <a:r>
              <a:rPr dirty="0"/>
              <a:t>Integration with production ABS platform</a:t>
            </a:r>
          </a:p>
          <a:p>
            <a:r>
              <a:rPr dirty="0"/>
              <a:t>ML-based adaptive thresholds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Proposed predictive ABS demonstrates earlier wheel lock detection</a:t>
            </a:r>
          </a:p>
          <a:p>
            <a:r>
              <a:rPr dirty="0"/>
              <a:t>and smoother braking response in simulations</a:t>
            </a:r>
          </a:p>
          <a:p>
            <a:r>
              <a:rPr dirty="0"/>
              <a:t>Project shows strong potential for next-generation safety systems.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2gsAAAAAAAAAAAAAIAD///////////////8AAAD///////////////8DAAAAAgD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ikmPJQjtDoElrLZQ9YYkEAAAAAAADAAAAAAADAAAAAwADAAAAAAADAAAAAwADAAQA////////BQAAAAMAEAALbWKTa88kDk2Wuz1qsovnaAQAAAABAAMAAAACAAMAAAAEAAMAAAACAAMAAAAEAAMAAAAAAP///////wMAAAAAAP///////wQAAgD///////8FAAAABAAQAAtV8jJ86fgmTqI43wHDi1pJ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8iKSY8lCO0OgSWstlD1hiQNEYXRhABsAAAAETGlua2VkU2hhcGVEYXRhAAUAAAAAAAJOYW1lABkAAABMaW5rZWRTaGFwZXNEYXRhUHJvcGVydHkAEFZlcnNpb24AAAAAAAlMYXN0V3JpdGUA9LSDY50BAAAAAQD/////xgDGAAAABV9pZAAQAAAABG1ik2vPJA5Nlrs9arKL52gDRGF0YQBTAAAACFByZXNlbnRhdGlvblNjYW5uZWRGb3JMaW5rZWRTaGFwZXMAAAJOdW1iZXJGb3JtYXRTZXBhcmF0b3JNb2RlAAoAAABBdXRvbWF0aWMAAAJOYW1lACQAAABMaW5rZWRTaGFwZVByZXNlbnRhdGlvblNldHRpbmdzRGF0YQAQVmVyc2lvbgAAAAAACUxhc3RXcml0ZQA7tYNjnQEAAAACAP////+DAIMAAAAFX2lkABAAAAAEVfIyfOn4Jk6iON8Bw4taSQNEYXRhABsAAAAETGlua2VkU2hhcGVEYXRhAAUAAAAAAAJOYW1lABkAAABMaW5rZWRTaGFwZXNEYXRhUHJvcGVydHkAEFZlcnNpb24AAQAAAAlMYXN0V3JpdGUAO7WDY5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wAFAAAABAADAAQBAwAAAAMA////////JQAGTGlua2VkU2hhcGVQcmVzZW50YXRpb25TZXR0aW5nc0RhdGFfMAQAAAABAAUAAAAAAAUAAAACAAUAAAAAAAUAAAACAAUAAAAAAP///////wUAAAAAAP///////wQAAgEDAAAABAD///////8aAAZMaW5rZWRTaGFwZXNEYXRhUHJvcGVydHlfMQQAAAACAAUAAAACAAUAAAABAAU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110878693357548"/>
  <p:tag name="EMPOWERCHARTSPROPERTIES_A_LENGTH" val="24576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694</Words>
  <Application>Microsoft Office PowerPoint</Application>
  <PresentationFormat>On-screen Show (4:3)</PresentationFormat>
  <Paragraphs>131</Paragraphs>
  <Slides>19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Gallery</vt:lpstr>
      <vt:lpstr>Predictive ABS Through Predictive Wheel Slip Modulation</vt:lpstr>
      <vt:lpstr>Objectives &amp; Scope</vt:lpstr>
      <vt:lpstr>Slip Ratio Computation</vt:lpstr>
      <vt:lpstr>PowerPoint Presentation</vt:lpstr>
      <vt:lpstr>Overall System Architecture</vt:lpstr>
      <vt:lpstr>Methodology Adopted</vt:lpstr>
      <vt:lpstr>Feature Extraction Strategy</vt:lpstr>
      <vt:lpstr>Lockup Probability Estimation</vt:lpstr>
      <vt:lpstr>Predictive Warning Generation</vt:lpstr>
      <vt:lpstr>Current progress</vt:lpstr>
      <vt:lpstr>Validation Result</vt:lpstr>
      <vt:lpstr>Validation Result cont…</vt:lpstr>
      <vt:lpstr>Advantages and limitations</vt:lpstr>
      <vt:lpstr>Future scope</vt:lpstr>
      <vt:lpstr>CONCLUSION</vt:lpstr>
      <vt:lpstr>References</vt:lpstr>
      <vt:lpstr>Key Findings</vt:lpstr>
      <vt:lpstr>Future Work (Out of Scope)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</dc:creator>
  <cp:keywords/>
  <dc:description>generated using python-pptx</dc:description>
  <cp:lastModifiedBy>Madheswaran, Gopinath</cp:lastModifiedBy>
  <cp:revision>30</cp:revision>
  <dcterms:created xsi:type="dcterms:W3CDTF">2013-01-27T09:14:16Z</dcterms:created>
  <dcterms:modified xsi:type="dcterms:W3CDTF">2026-05-12T10:23:46Z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Gallery:8</vt:lpwstr>
  </property>
  <property fmtid="{D5CDD505-2E9C-101B-9397-08002B2CF9AE}" pid="3" name="ClassificationContentMarkingFooterText">
    <vt:lpwstr>Internal</vt:lpwstr>
  </property>
</Properties>
</file>